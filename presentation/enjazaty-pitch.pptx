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enjazaty-app--l5yd8tiv0z.expo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56032" cy="6858000"/>
          </a:xfrm>
          <a:prstGeom prst="rect">
            <a:avLst/>
          </a:prstGeom>
          <a:solidFill>
            <a:srgbClr val="F4B000"/>
          </a:solidFill>
          <a:ln/>
        </p:spPr>
      </p:sp>
      <p:pic>
        <p:nvPicPr>
          <p:cNvPr id="3" name="Image 0" descr="/home/user/enjazaty-app/asset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4356" y="1051560"/>
            <a:ext cx="1920240" cy="1920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إنجازاتي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914400" y="42062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ذكية لإدارة وتوثيق واعتماد الإنجازات المهنية — على الويب والجوال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تقديمي للمسؤولين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56032" cy="6858000"/>
          </a:xfrm>
          <a:prstGeom prst="rect">
            <a:avLst/>
          </a:prstGeom>
          <a:solidFill>
            <a:srgbClr val="F4B000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50292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FFF8E6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0" y="502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الإنجازات واعتمادها </a:t>
            </a:r>
            <a:pPr algn="r" indent="0" marL="0">
              <a:buNone/>
            </a:pPr>
            <a:r>
              <a:rPr lang="en-US" sz="3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مبعثر وبطيء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 موزّعة بين الورق والرسائل والملفات المتفرقة، ويصعب الرجوع إليها.</a:t>
            </a:r>
            <a:endParaRPr lang="en-US" sz="2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الموظفين واعتماد أعمالهم يدوي، دون سجلّ موحّد أو توقيع موثّق.</a:t>
            </a:r>
            <a:endParaRPr lang="en-US" sz="2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التقارير الإدارية يستهلك وقتاً كبيراً، وبلا صلاحيات واضحة بين المسؤول والموظف.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56032" cy="6858000"/>
          </a:xfrm>
          <a:prstGeom prst="rect">
            <a:avLst/>
          </a:prstGeom>
          <a:solidFill>
            <a:srgbClr val="F4B000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50292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FFF8E6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0" y="502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واحدة </a:t>
            </a:r>
            <a:pPr algn="r" indent="0" marL="0">
              <a:buNone/>
            </a:pPr>
            <a:r>
              <a:rPr lang="en-US" sz="3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رحلة الإنجاز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«إنجازاتي» يجمع الإضافة والتنظيم والتقييم والاعتماد والتقارير في مكان واحد، بصلاحيات دقيقة للمسؤول والموظف.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165592" y="329184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65592" y="3520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📁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302752" y="4251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ذكي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48472" y="4754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مجلدات ومجلدات فرعية للإنجازات والملفات والمرفقات.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16552" y="329184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3520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⭐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53712" y="4251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واعتماد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9432" y="4754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المسؤول للموظف مع توقيع إلكتروني يُقفل بعد الاعتماد.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29184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520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📄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04672" y="4251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جاهزة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" y="4754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احترافي قابل للطباعة والمشاركة كـ PDF.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56032" cy="6858000"/>
          </a:xfrm>
          <a:prstGeom prst="rect">
            <a:avLst/>
          </a:prstGeom>
          <a:solidFill>
            <a:srgbClr val="F4B000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50292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FFF8E6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0" y="502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خطوات </a:t>
            </a:r>
            <a:pPr algn="r" indent="0" marL="0">
              <a:buNone/>
            </a:pPr>
            <a:r>
              <a:rPr lang="en-US" sz="3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بسيطة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يضيف إنجازاته ومرفقاته (صور/ملفات/فيديو/روابط) وينظّمها في مجلدات.</a:t>
            </a:r>
            <a:endParaRPr lang="en-US" sz="2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المسؤول يضيف الموظف بمعرّفه، يطّلع على ملفاته، ويقيّمها ويعتمدها بتوقيعه.</a:t>
            </a:r>
            <a:endParaRPr lang="en-US" sz="2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يصل التقييم كتقرير في نشاط الموظف، ويُصدَّر تقرير الإنجازات ويُشارَك PDF.</a:t>
            </a:r>
            <a:endParaRPr lang="en-US" sz="2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أمان وحوكمة: صلاحيات دقيقة تُظهر لكل مستخدم ما يخصّه فقط، وسجلّ اعتماد موثّق بالتوقيع.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56032" cy="6858000"/>
          </a:xfrm>
          <a:prstGeom prst="rect">
            <a:avLst/>
          </a:prstGeom>
          <a:solidFill>
            <a:srgbClr val="F4B000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50292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FFF8E6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0" y="502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 المنتظرة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ملموسة </a:t>
            </a:r>
            <a:pPr algn="r" indent="0" marL="0">
              <a:buNone/>
            </a:pPr>
            <a:r>
              <a:rPr lang="en-US" sz="3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للإدارة والموظف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02852" y="2834640"/>
            <a:ext cx="244602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02852" y="3063240"/>
            <a:ext cx="24460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⌛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240012" y="4023360"/>
            <a:ext cx="21717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واعتماد أسرع بدل العمل الورقي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91072" y="2834640"/>
            <a:ext cx="244602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3063240"/>
            <a:ext cx="24460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📚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28232" y="4023360"/>
            <a:ext cx="21717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سجلّ موحّد ومنظّم للإنجازات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79292" y="2834640"/>
            <a:ext cx="244602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9292" y="3063240"/>
            <a:ext cx="24460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✅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616452" y="4023360"/>
            <a:ext cx="21717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عادل موثّق بالتوقيع الإلكتروني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2834640"/>
            <a:ext cx="244602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063240"/>
            <a:ext cx="24460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📈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04672" y="4023360"/>
            <a:ext cx="21717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جاهزة تدعم القرار الإداري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56032" cy="6858000"/>
          </a:xfrm>
          <a:prstGeom prst="rect">
            <a:avLst/>
          </a:prstGeom>
          <a:solidFill>
            <a:srgbClr val="F4B000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50292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FFF8E6"/>
          </a:solidFill>
          <a:ln w="12700">
            <a:solidFill>
              <a:srgbClr val="F3E2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0" y="502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/ الخطوة التالية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نطلب </a:t>
            </a:r>
            <a:pPr algn="r" indent="0" marL="0">
              <a:buNone/>
            </a:pPr>
            <a:r>
              <a:rPr lang="en-US" sz="34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موافقتكم على تجربة تجريبية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تشغيل تجربة تجريبية (Pilot) في إدارة أو منطقة تعليمية محددة لمدة شهر.</a:t>
            </a:r>
            <a:endParaRPr lang="en-US" sz="2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النتائج (سرعة الاعتماد، تنظيم الإنجازات، رضا المستخدمين) ثم التوسّع بناءً عليها.</a:t>
            </a:r>
            <a:endParaRPr lang="en-US" sz="2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 </a:t>
            </a:r>
            <a:pPr algn="r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 جاهز للتجربة الآن على الويب والجوال — لا يتطلب بنية تحتية إضافية.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95360" y="5074920"/>
            <a:ext cx="2971800" cy="640080"/>
          </a:xfrm>
          <a:prstGeom prst="roundRect">
            <a:avLst>
              <a:gd name="adj" fmla="val 20000"/>
            </a:avLst>
          </a:prstGeom>
          <a:solidFill>
            <a:srgbClr val="F4B000"/>
          </a:solidFill>
          <a:ln/>
        </p:spPr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8595360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تجربة التطبيق الآن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تطوير: هنادي المري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2026-07-01T17:25:27Z</dcterms:created>
  <dcterms:modified xsi:type="dcterms:W3CDTF">2026-07-01T17:25:27Z</dcterms:modified>
</cp:coreProperties>
</file>